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pyt/LqZb6Oh8A98nG6dQwdJDA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/>
          <p:nvPr>
            <p:ph idx="2" type="pic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/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" type="body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67" name="Google Shape;67;p22"/>
          <p:cNvSpPr txBox="1"/>
          <p:nvPr>
            <p:ph idx="2" type="body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9pPr>
          </a:lstStyle>
          <a:p/>
        </p:txBody>
      </p:sp>
      <p:sp>
        <p:nvSpPr>
          <p:cNvPr id="68" name="Google Shape;68;p2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/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" type="body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4" name="Google Shape;74;p2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4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" type="body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gif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7.png"/><Relationship Id="rId5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jpg"/><Relationship Id="rId4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786566"/>
            <a:ext cx="9144000" cy="15085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zh-TW" sz="4000"/>
              <a:t>張維麟, Chang Wei Lin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524000" y="2993777"/>
            <a:ext cx="5269424" cy="1500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3706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DFKai-SB"/>
              <a:buNone/>
            </a:pPr>
            <a:r>
              <a:rPr b="0" i="0" lang="zh-TW" sz="2000">
                <a:solidFill>
                  <a:srgbClr val="292929"/>
                </a:solidFill>
                <a:latin typeface="DFKai-SB"/>
                <a:ea typeface="DFKai-SB"/>
                <a:cs typeface="DFKai-SB"/>
                <a:sym typeface="DFKai-SB"/>
              </a:rPr>
              <a:t>宜蘭羅東人，物理背景的演算法工程師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DFKai-SB"/>
              <a:buNone/>
            </a:pPr>
            <a:r>
              <a:rPr b="0" i="0" lang="zh-TW" sz="2000">
                <a:solidFill>
                  <a:srgbClr val="292929"/>
                </a:solidFill>
                <a:latin typeface="DFKai-SB"/>
                <a:ea typeface="DFKai-SB"/>
                <a:cs typeface="DFKai-SB"/>
                <a:sym typeface="DFKai-SB"/>
              </a:rPr>
              <a:t>擅長 C/C++/Python，熱愛登山、重訓與桌遊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DFKai-SB"/>
              <a:buNone/>
            </a:pPr>
            <a:r>
              <a:rPr lang="zh-TW" sz="2000">
                <a:solidFill>
                  <a:srgbClr val="292929"/>
                </a:solidFill>
                <a:latin typeface="DFKai-SB"/>
                <a:ea typeface="DFKai-SB"/>
                <a:cs typeface="DFKai-SB"/>
                <a:sym typeface="DFKai-SB"/>
              </a:rPr>
              <a:t>關注 AI/LLM，善用 AI 工具學習與開發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1525496" y="4757449"/>
            <a:ext cx="5408501" cy="1514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1899"/>
              <a:buFont typeface="Arial"/>
              <a:buNone/>
            </a:pPr>
            <a:r>
              <a:rPr lang="zh-TW" sz="1899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#C #C++ #Python #Assembly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E7E7E"/>
              </a:buClr>
              <a:buSzPts val="1899"/>
              <a:buFont typeface="Arial"/>
              <a:buNone/>
            </a:pPr>
            <a:r>
              <a:rPr lang="zh-TW" sz="1899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#TensorFlow #PyTorch #Qt #OpenCV #YOLO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E7E7E"/>
              </a:buClr>
              <a:buSzPts val="1899"/>
              <a:buFont typeface="Arial"/>
              <a:buNone/>
            </a:pPr>
            <a:r>
              <a:rPr lang="zh-TW" sz="1899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#StableDiffusion #LLM #Bash #Matlab #LabVIEW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44328" l="18767" r="27171" t="16429"/>
          <a:stretch/>
        </p:blipFill>
        <p:spPr>
          <a:xfrm>
            <a:off x="7620335" y="2663657"/>
            <a:ext cx="2780664" cy="269134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7527010" y="5525146"/>
            <a:ext cx="2743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x111281@gmail.com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🔗 GitHub｜LinkedIn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858038" y="458234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zh-TW" sz="3600"/>
              <a:t>九齊科技, 演算法工程師, Nov 2022 ~ 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864030" y="1334846"/>
            <a:ext cx="9987280" cy="5139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7972"/>
          </a:bodyPr>
          <a:lstStyle/>
          <a:p>
            <a:pPr indent="-228621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zh-TW" sz="2400"/>
              <a:t>我參與開發與優化應用於語音控制 IC、語音微控制器及 LCD 微控制器等核心產品上的語音演算法函式庫。</a:t>
            </a:r>
            <a:endParaRPr/>
          </a:p>
          <a:p>
            <a:pPr indent="-228621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zh-TW" sz="2400"/>
              <a:t>使用 Python 進行演算法模擬，並以 C 語言在資源有限的 MCU 環境中達成高效運算與優化。實現並改進以下演算法：</a:t>
            </a:r>
            <a:endParaRPr/>
          </a:p>
          <a:p>
            <a:pPr indent="-228628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o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音訊編碼演算法（ADPCM、SBC）</a:t>
            </a:r>
            <a:endParaRPr/>
          </a:p>
          <a:p>
            <a:pPr indent="-228628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o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聲紋辨識演算法（Audio Fingerprinting）</a:t>
            </a:r>
            <a:endParaRPr/>
          </a:p>
          <a:p>
            <a:pPr indent="-228628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o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迴授抑制（Feedback Suppression）</a:t>
            </a:r>
            <a:endParaRPr/>
          </a:p>
          <a:p>
            <a:pPr indent="-228628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o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音高追蹤演算法（pitch tracking）</a:t>
            </a:r>
            <a:endParaRPr/>
          </a:p>
          <a:p>
            <a:pPr indent="-228628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o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音訊變速變調演算法（resampling + WSOLA）</a:t>
            </a:r>
            <a:endParaRPr/>
          </a:p>
          <a:p>
            <a:pPr indent="-228628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o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音節分割與節拍偵測演算法</a:t>
            </a:r>
            <a:endParaRPr/>
          </a:p>
          <a:p>
            <a:pPr indent="-228628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o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圖像縮放演算法（Image scaling）</a:t>
            </a:r>
            <a:endParaRPr/>
          </a:p>
          <a:p>
            <a:pPr indent="-228628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o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圖像壓縮演算法</a:t>
            </a:r>
            <a:endParaRPr/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0482" y="562870"/>
            <a:ext cx="18478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788769" cy="1339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zh-TW" sz="3600"/>
              <a:t>亞迪電子, 演算法工程師, Jul 2020 ~ Oct 2022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250190"/>
            <a:ext cx="7865812" cy="524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8667" lnSpcReduction="20000"/>
          </a:bodyPr>
          <a:lstStyle/>
          <a:p>
            <a:pPr indent="-228601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zh-TW" sz="2400"/>
              <a:t>我參與結合熱像鏡頭與微波雷達的關鍵技術開發，應用於醫療照護、防疫及畜牧等領域。我的主要工作內容包括：</a:t>
            </a:r>
            <a:endParaRPr/>
          </a:p>
          <a:p>
            <a:pPr indent="-228601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zh-TW" sz="2400"/>
              <a:t>生理監測演算法開發：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zh-TW" sz="2000"/>
              <a:t>以 Python 模擬、C++ 實現，透過微波雷達進行非接觸式呼吸心跳監測演算法。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zh-TW" sz="2000"/>
              <a:t>設計微波標記 GUI 工具，以提高便利性與數據視覺化。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zh-TW" sz="2000"/>
              <a:t>使用微波數據訓練模型（Random Forest、CNN、DNN），實現病徵辨識。</a:t>
            </a:r>
            <a:endParaRPr/>
          </a:p>
          <a:p>
            <a:pPr indent="-228601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zh-TW" sz="2400"/>
              <a:t>視覺與姿態辨識：運用 OpenCV 與 YOLO 開發熱影像姿態與跌倒辨識系統。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zh-TW" sz="2000"/>
              <a:t>系統整合與自動化：編寫 Bash 腳本控制遠端 Linux 裝置並收集數據。</a:t>
            </a:r>
            <a:endParaRPr/>
          </a:p>
          <a:p>
            <a:pPr indent="-228601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zh-TW" sz="2400"/>
              <a:t>以 SMAC 步進馬達模擬病人呼吸與心跳運動，為演算法調試提供平台。</a:t>
            </a:r>
            <a:endParaRPr/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7689" y="475944"/>
            <a:ext cx="8191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861" y="2805439"/>
            <a:ext cx="3244132" cy="239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838200" y="365125"/>
            <a:ext cx="10831901" cy="1339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zh-TW" sz="3600"/>
              <a:t>元鼎音訊, 軟體工程師, May 2016 ~ Jun 2020 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838200" y="1825625"/>
            <a:ext cx="10007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/>
              <a:t>我參與藍芽耳機與輔聽器的演算法研發，專注聽力健康技術的創新。我利用 Python 進行演算法模擬，並在 CSR8670、AB1539/T 等藍芽晶片上以 C 與 Assembly 實現，包括：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/>
              <a:t>語音增強：開發並優化 VAD、LRT、音訊降噪與超低音移頻技術。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/>
              <a:t>聽力保護：實現 EQ、DRC 與雙耳拍音生成，提供更安全舒適的聽覺體驗。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/>
              <a:t>自然聲隨機生成：利用亂數、白噪聲與水滴物理學生成自然聲音。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/>
              <a:t>DSP 演算法優化：浮點數與定點數運算，確保資源受限環境下高效運行。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zh-TW" sz="2000"/>
              <a:t>共同申請專利：聽力保護聲音調整裝置、聲音調整方法、遮噪音訊遮蓋干擾音方法。</a:t>
            </a:r>
            <a:endParaRPr/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4536" y="364593"/>
            <a:ext cx="669986" cy="597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838200" y="365125"/>
            <a:ext cx="10860656" cy="1339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zh-TW" sz="3600"/>
              <a:t>廣達電腦, 射頻工程師, Nov 2014 ~ May 2016</a:t>
            </a: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832206" y="1702617"/>
            <a:ext cx="10330698" cy="4606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/>
              <a:t>我的主要工作內容為協助客戶進行射頻元件開發。 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/>
              <a:t>撰寫、維護自動化測試程式，進行儀器控制與數據分析。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/>
              <a:t>改善良率、收集數據、並對生產線進行錯誤分析與改善計畫。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/>
              <a:t>協助客戶進行測試實驗、試產，提出結果報告。</a:t>
            </a:r>
            <a:endParaRPr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8179" y="340617"/>
            <a:ext cx="912963" cy="694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3600"/>
              <a:buFont typeface="Arial"/>
              <a:buNone/>
            </a:pPr>
            <a:r>
              <a:rPr lang="zh-TW" sz="3600">
                <a:solidFill>
                  <a:srgbClr val="202122"/>
                </a:solidFill>
              </a:rPr>
              <a:t>中央研究院, 研究助理, Jul 2013 ~ Apr 2014</a:t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851115" y="142647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/>
              <a:t>退伍後，我加入中研院原分所謝佳龍老師的實驗室。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/>
              <a:t>設計干涉式散射光學顯微鏡（iSCAT），以建立生物膜奈米粒子影像。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/>
              <a:t>以高速攝影機（1k~100k fps），對細胞膜分子上的奈米粒子定位，並追蹤動態軌跡。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/>
              <a:t>透過大量動態軌跡數據，分析細胞膜物理特性。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chemeClr val="dk1"/>
                </a:solidFill>
              </a:rPr>
              <a:t>與同事、老師一同將研究成果發表於 Optics Express 論文。</a:t>
            </a:r>
            <a:endParaRPr/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3589" y="411583"/>
            <a:ext cx="788952" cy="819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2906" y="3740746"/>
            <a:ext cx="2555290" cy="255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/>
          <p:cNvPicPr preferRelativeResize="0"/>
          <p:nvPr/>
        </p:nvPicPr>
        <p:blipFill rotWithShape="1">
          <a:blip r:embed="rId5">
            <a:alphaModFix/>
          </a:blip>
          <a:srcRect b="20935" l="12258" r="29805" t="38597"/>
          <a:stretch/>
        </p:blipFill>
        <p:spPr>
          <a:xfrm>
            <a:off x="6101909" y="3745766"/>
            <a:ext cx="3103691" cy="3068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zh-TW" sz="3600"/>
              <a:t>國立台灣大學, 物理研究所, 2009/9 ~ 2012/6</a:t>
            </a:r>
            <a:endParaRPr/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838200" y="1336795"/>
            <a:ext cx="9552317" cy="2913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/>
              <a:t>我碩士班時加入朱士維老師的生醫光學實驗室。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/>
              <a:t>非線性光學現象：非線性晶體、光子晶體光纖、飛秒脈衝雷射光源。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/>
              <a:t>顯微鏡技術：超解析度螢光顯微鏡、非線性光學顯微鏡，運用在非侵入式3D生醫影像上。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/>
              <a:t>中研院、清大、陽明、逢甲、大阪大學等地多次進行合作計畫。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/>
              <a:t>曾擔任光學和物理的大學課程助教，設計日常生活中、關於光的趣味演示實驗。</a:t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611428" y="357819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zh-TW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國立成功大學, 物理學系, 2005/9 ~ 2009/6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843902" y="4391716"/>
            <a:ext cx="9486280" cy="237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我加入電漿與太空科學中心的電漿探測計畫，開發太空儀器。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透過軟體模擬天線與傳輸線的結構、計算探測器的頻譜與傳輸效率。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藉由高頻微波對電漿粒子的交互作用，觀察電漿的物理特性。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大學期間，最喜愛的課程有：天文學、廣義相對論、近代物理實驗、大腦的功能、世界音樂、越南社會與文化等課程。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也積極參加社團活動：系學會、系羽球隊、蘭友會、熱舞社、羽球社。</a:t>
            </a:r>
            <a:endParaRPr/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569" y="243966"/>
            <a:ext cx="1107956" cy="1093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3996" y="3267616"/>
            <a:ext cx="1199971" cy="132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type="title"/>
          </p:nvPr>
        </p:nvSpPr>
        <p:spPr>
          <a:xfrm>
            <a:off x="552450" y="228600"/>
            <a:ext cx="10668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50"/>
              <a:buFont typeface="Arial"/>
              <a:buNone/>
            </a:pPr>
            <a:r>
              <a:rPr lang="zh-TW" sz="2850">
                <a:solidFill>
                  <a:srgbClr val="111111"/>
                </a:solidFill>
              </a:rPr>
              <a:t>地圖: </a:t>
            </a:r>
            <a:r>
              <a:rPr lang="zh-TW" sz="28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Mapping Elf / Mapping Star / Railway Elf</a:t>
            </a:r>
            <a:endParaRPr/>
          </a:p>
        </p:txBody>
      </p:sp>
      <p:sp>
        <p:nvSpPr>
          <p:cNvPr id="154" name="Google Shape;154;p8"/>
          <p:cNvSpPr txBox="1"/>
          <p:nvPr>
            <p:ph idx="1" type="body"/>
          </p:nvPr>
        </p:nvSpPr>
        <p:spPr>
          <a:xfrm>
            <a:off x="647700" y="1333500"/>
            <a:ext cx="4810125" cy="436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Mapping Elf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目的：把 GPX/KML 路線規劃、海拔剖面與天氣時間軸放在同一個戶外路線工具。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Mapping Star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目的：把 POI 搜尋與幾何排列轉成可互動的五/六芒星路線視覺化。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Railway Elf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目的：用地圖方式檢視鐵道路線與站點資料，做成可分享的輕量 Demo。</a:t>
            </a:r>
            <a:endParaRPr/>
          </a:p>
        </p:txBody>
      </p:sp>
      <p:pic>
        <p:nvPicPr>
          <p:cNvPr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0" y="1285875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3943945"/>
            <a:ext cx="2571750" cy="1446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0" y="3845719"/>
            <a:ext cx="2571750" cy="164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552450" y="228600"/>
            <a:ext cx="10668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50"/>
              <a:buFont typeface="Arial"/>
              <a:buNone/>
            </a:pPr>
            <a:r>
              <a:rPr lang="zh-TW" sz="2850">
                <a:solidFill>
                  <a:srgbClr val="111111"/>
                </a:solidFill>
              </a:rPr>
              <a:t>遊戲: </a:t>
            </a:r>
            <a:r>
              <a:rPr lang="zh-TW" sz="28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Hex Snake</a:t>
            </a:r>
            <a:r>
              <a:rPr lang="zh-TW" sz="2850">
                <a:solidFill>
                  <a:srgbClr val="111111"/>
                </a:solidFill>
              </a:rPr>
              <a:t> /</a:t>
            </a:r>
            <a:endParaRPr/>
          </a:p>
        </p:txBody>
      </p:sp>
      <p:sp>
        <p:nvSpPr>
          <p:cNvPr id="164" name="Google Shape;164;p9"/>
          <p:cNvSpPr txBox="1"/>
          <p:nvPr>
            <p:ph idx="1" type="body"/>
          </p:nvPr>
        </p:nvSpPr>
        <p:spPr>
          <a:xfrm>
            <a:off x="647700" y="1333500"/>
            <a:ext cx="4810125" cy="436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Hex Snake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目的：用六角格蛇遊戲驗證 AI 對弈、角色技能、重播與平衡模擬。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7652" y="1381125"/>
            <a:ext cx="3490696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552450" y="228600"/>
            <a:ext cx="10668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Font typeface="Arial"/>
              <a:buNone/>
            </a:pPr>
            <a:r>
              <a:rPr lang="zh-TW" sz="2850">
                <a:solidFill>
                  <a:srgbClr val="111111"/>
                </a:solidFill>
              </a:rPr>
              <a:t>整合: </a:t>
            </a:r>
            <a:r>
              <a:rPr lang="zh-TW" sz="28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Agent Task Manager / </a:t>
            </a:r>
            <a:r>
              <a:rPr lang="zh-TW" sz="2850">
                <a:solidFill>
                  <a:srgbClr val="111111"/>
                </a:solidFill>
              </a:rPr>
              <a:t>Elven Chewing / </a:t>
            </a:r>
            <a:r>
              <a:rPr lang="zh-TW" sz="28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Novel Elf /</a:t>
            </a:r>
            <a:r>
              <a:rPr lang="zh-TW" sz="2850">
                <a:solidFill>
                  <a:srgbClr val="111111"/>
                </a:solidFill>
              </a:rPr>
              <a:t> Music Elf</a:t>
            </a:r>
            <a:r>
              <a:rPr lang="zh-TW" sz="28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647700" y="1333500"/>
            <a:ext cx="4810125" cy="436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Agent Task Manager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目的：集中管理多個 dev server、log 與 health check，讓 Agent Coding 驗證流程更順。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Elven Chewing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目的：用 WebAssembly Demo 驗證注音輸入核心，再銜接 Windows TSF 輸入法。</a:t>
            </a:r>
            <a:endParaRPr sz="13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11111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</a:rPr>
              <a:t>Novel Elf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</a:rPr>
              <a:t>目的：整理長篇小說世界觀、角色、章節與寫作脈絡，讓 LLM 協作更可控。</a:t>
            </a:r>
            <a:endParaRPr sz="1350">
              <a:solidFill>
                <a:srgbClr val="11111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11111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</a:rPr>
              <a:t>Music Elf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</a:rPr>
              <a:t>目的：把歌聲或旋律分析成 MIDI / MusicXML，讓音高、節奏與和弦推斷可視化。</a:t>
            </a:r>
            <a:endParaRPr sz="1350">
              <a:solidFill>
                <a:srgbClr val="111111"/>
              </a:solidFill>
            </a:endParaRPr>
          </a:p>
        </p:txBody>
      </p:sp>
      <p:pic>
        <p:nvPicPr>
          <p:cNvPr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1290638"/>
            <a:ext cx="30861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3774294"/>
            <a:ext cx="2571750" cy="178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79650" y="1542706"/>
            <a:ext cx="2571750" cy="178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79655" y="3643313"/>
            <a:ext cx="2948940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552450" y="228600"/>
            <a:ext cx="106680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50"/>
              <a:buFont typeface="Arial"/>
              <a:buNone/>
            </a:pPr>
            <a:r>
              <a:rPr lang="zh-TW" sz="28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Other Tools / 其他小工具</a:t>
            </a:r>
            <a:endParaRPr/>
          </a:p>
        </p:txBody>
      </p:sp>
      <p:sp>
        <p:nvSpPr>
          <p:cNvPr id="183" name="Google Shape;183;p11"/>
          <p:cNvSpPr txBox="1"/>
          <p:nvPr>
            <p:ph idx="1" type="body"/>
          </p:nvPr>
        </p:nvSpPr>
        <p:spPr>
          <a:xfrm>
            <a:off x="647700" y="1333500"/>
            <a:ext cx="4810125" cy="436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IIR Filter Tool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目的：互動調整 DSP 濾波器係數，立即檢查頻率響應。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Web TSP App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目的：用視覺化方式展示旅行推銷員路徑最佳化。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Win Rate Calculator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"/>
              <a:buNone/>
            </a:pPr>
            <a:r>
              <a:rPr lang="zh-TW" sz="13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目的：把勝率、機率與情境假設做成可快速試算的網頁工具。</a:t>
            </a:r>
            <a:endParaRPr/>
          </a:p>
        </p:txBody>
      </p:sp>
      <p:pic>
        <p:nvPicPr>
          <p:cNvPr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0" y="1285875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3774281"/>
            <a:ext cx="2571750" cy="178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0" y="3858220"/>
            <a:ext cx="2571750" cy="1618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>
            <p:ph type="title"/>
          </p:nvPr>
        </p:nvSpPr>
        <p:spPr>
          <a:xfrm>
            <a:off x="561109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zh-TW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/ Deep Learning</a:t>
            </a:r>
            <a:endParaRPr/>
          </a:p>
        </p:txBody>
      </p:sp>
      <p:pic>
        <p:nvPicPr>
          <p:cNvPr id="193" name="Google Shape;1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6787" y="328001"/>
            <a:ext cx="2743200" cy="207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5683" y="328350"/>
            <a:ext cx="2743200" cy="2060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755" y="4963104"/>
            <a:ext cx="1896534" cy="189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04003" y="4964094"/>
            <a:ext cx="1896534" cy="1896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2"/>
          <p:cNvPicPr preferRelativeResize="0"/>
          <p:nvPr/>
        </p:nvPicPr>
        <p:blipFill rotWithShape="1">
          <a:blip r:embed="rId7">
            <a:alphaModFix/>
          </a:blip>
          <a:srcRect b="-368" l="0" r="-187" t="2533"/>
          <a:stretch/>
        </p:blipFill>
        <p:spPr>
          <a:xfrm>
            <a:off x="4612152" y="3101126"/>
            <a:ext cx="7584379" cy="375588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647700" y="1428750"/>
            <a:ext cx="4095750" cy="219075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"/>
              <a:buNone/>
            </a:pPr>
            <a:r>
              <a:rPr b="0" lang="zh-TW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Stable Diffusion LoRA / finetune；YOLO mask recognition。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"/>
              <a:buNone/>
            </a:pPr>
            <a:r>
              <a:rPr b="0" lang="zh-TW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Spine marker image processing：ACE、Homomorphic filter、Canny、Hough Circle。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"/>
              <a:buNone/>
            </a:pPr>
            <a:r>
              <a:rPr b="0" lang="zh-TW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LLM workflow：Gemini / ChatGPT / Claude / Grok。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"/>
              <a:buNone/>
            </a:pPr>
            <a:r>
              <a:rPr b="0" lang="zh-TW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Antigravity / Claude Code：協助編碼、驗證與整理脈絡。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"/>
              <a:buNone/>
            </a:pPr>
            <a:r>
              <a:rPr b="0" lang="zh-TW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定位：把 AI 當作工程放大器，結合演算法、影像處理與 demo 能力。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anillaVTI">
  <a:themeElements>
    <a:clrScheme name="VanillaVTI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anillaVTI">
  <a:themeElements>
    <a:clrScheme name="VanillaVTI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2026-05-24T18:59:31Z</dcterms:created>
  <dc:creator>Walnut Exporter</dc:creator>
</cp:coreProperties>
</file>